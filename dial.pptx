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200" d="100"/>
          <a:sy n="200" d="100"/>
        </p:scale>
        <p:origin x="-570" y="-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B8474-5072-4A59-91DF-9755D8278C22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55E4-0AA5-4D3F-A449-F7773BCB07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138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B8474-5072-4A59-91DF-9755D8278C22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55E4-0AA5-4D3F-A449-F7773BCB07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687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B8474-5072-4A59-91DF-9755D8278C22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55E4-0AA5-4D3F-A449-F7773BCB07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219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B8474-5072-4A59-91DF-9755D8278C22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55E4-0AA5-4D3F-A449-F7773BCB07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2262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B8474-5072-4A59-91DF-9755D8278C22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55E4-0AA5-4D3F-A449-F7773BCB07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184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B8474-5072-4A59-91DF-9755D8278C22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55E4-0AA5-4D3F-A449-F7773BCB07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346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B8474-5072-4A59-91DF-9755D8278C22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55E4-0AA5-4D3F-A449-F7773BCB07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308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B8474-5072-4A59-91DF-9755D8278C22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55E4-0AA5-4D3F-A449-F7773BCB07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801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B8474-5072-4A59-91DF-9755D8278C22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55E4-0AA5-4D3F-A449-F7773BCB07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9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B8474-5072-4A59-91DF-9755D8278C22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55E4-0AA5-4D3F-A449-F7773BCB07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9117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B8474-5072-4A59-91DF-9755D8278C22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E55E4-0AA5-4D3F-A449-F7773BCB07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003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5B8474-5072-4A59-91DF-9755D8278C22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FE55E4-0AA5-4D3F-A449-F7773BCB07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09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6C56102-AB01-4165-0B9C-5815FFD52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24" t="29396" r="27767" b="6090"/>
          <a:stretch>
            <a:fillRect/>
          </a:stretch>
        </p:blipFill>
        <p:spPr>
          <a:xfrm>
            <a:off x="4600197" y="1200924"/>
            <a:ext cx="2440801" cy="2440800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5E9D4327-7572-FD61-DF08-B939526FDB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997" y="849629"/>
            <a:ext cx="2440800" cy="2440800"/>
          </a:xfrm>
          <a:prstGeom prst="rect">
            <a:avLst/>
          </a:prstGeom>
          <a:ln w="3175">
            <a:solidFill>
              <a:schemeClr val="dk1">
                <a:alpha val="23000"/>
              </a:schemeClr>
            </a:solidFill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874A872-125C-F25D-55B8-E4116179AE1C}"/>
              </a:ext>
            </a:extLst>
          </p:cNvPr>
          <p:cNvSpPr/>
          <p:nvPr/>
        </p:nvSpPr>
        <p:spPr>
          <a:xfrm>
            <a:off x="938997" y="849629"/>
            <a:ext cx="90601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CPU</a:t>
            </a:r>
            <a:endParaRPr lang="zh-CN" altLang="en-US" sz="2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7663C29-8073-D157-78D3-A170A85E6684}"/>
              </a:ext>
            </a:extLst>
          </p:cNvPr>
          <p:cNvSpPr txBox="1"/>
          <p:nvPr/>
        </p:nvSpPr>
        <p:spPr>
          <a:xfrm>
            <a:off x="1111251" y="304800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67.8</a:t>
            </a:r>
            <a:endParaRPr lang="zh-CN" altLang="en-US" dirty="0"/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B420C495-F95C-3DF4-A684-12A94353FF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" t="26568" r="10208" b="40339"/>
          <a:stretch>
            <a:fillRect/>
          </a:stretch>
        </p:blipFill>
        <p:spPr>
          <a:xfrm>
            <a:off x="2460809" y="1704868"/>
            <a:ext cx="864991" cy="233236"/>
          </a:xfrm>
          <a:prstGeom prst="rect">
            <a:avLst/>
          </a:prstGeom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08C2422C-ECD2-9418-D8CA-44607A690A0E}"/>
              </a:ext>
            </a:extLst>
          </p:cNvPr>
          <p:cNvSpPr txBox="1"/>
          <p:nvPr/>
        </p:nvSpPr>
        <p:spPr>
          <a:xfrm>
            <a:off x="1222728" y="2647949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BB473B0-34CF-3503-E1AA-6459B12BC5C0}"/>
              </a:ext>
            </a:extLst>
          </p:cNvPr>
          <p:cNvSpPr txBox="1"/>
          <p:nvPr/>
        </p:nvSpPr>
        <p:spPr>
          <a:xfrm>
            <a:off x="1315061" y="2190135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96D653F9-6FDF-413E-7F55-91054C541F7F}"/>
              </a:ext>
            </a:extLst>
          </p:cNvPr>
          <p:cNvSpPr txBox="1"/>
          <p:nvPr/>
        </p:nvSpPr>
        <p:spPr>
          <a:xfrm>
            <a:off x="2159397" y="1280516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75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5295DC5-5D45-F839-0F92-05BE0AC58B37}"/>
              </a:ext>
            </a:extLst>
          </p:cNvPr>
          <p:cNvSpPr txBox="1"/>
          <p:nvPr/>
        </p:nvSpPr>
        <p:spPr>
          <a:xfrm>
            <a:off x="1643630" y="1633159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7EE21F9-A877-175C-6A23-4D13DFBFA108}"/>
              </a:ext>
            </a:extLst>
          </p:cNvPr>
          <p:cNvSpPr txBox="1"/>
          <p:nvPr/>
        </p:nvSpPr>
        <p:spPr>
          <a:xfrm>
            <a:off x="2630252" y="1111239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3645665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340</TotalTime>
  <Words>7</Words>
  <Application>Microsoft Office PowerPoint</Application>
  <PresentationFormat>A4 纸张(210x297 毫米)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Zhou Li</dc:creator>
  <cp:lastModifiedBy>Zhou Li</cp:lastModifiedBy>
  <cp:revision>17</cp:revision>
  <dcterms:created xsi:type="dcterms:W3CDTF">2026-04-15T09:00:53Z</dcterms:created>
  <dcterms:modified xsi:type="dcterms:W3CDTF">2026-04-15T14:41:32Z</dcterms:modified>
</cp:coreProperties>
</file>